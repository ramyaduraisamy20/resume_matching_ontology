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9cb3bffd98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9cb3bffd98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9cb3bffd98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9cb3bffd98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9cb3bffd98_0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9cb3bffd98_0_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eb764717c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eb764717c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9d3f6538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9d3f6538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eb764717c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eb764717c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9d3f65371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9d3f65371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9d3f65381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9d3f65381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9d3f65381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9d3f65381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9d3f65381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9d3f65381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9d3f65381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9d3f65381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9d3f653810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9d3f653810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totext.com/knowledgehub/fundamentals/what-are-ontologies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 MATCHING ONTOLOGY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674300" y="2715943"/>
            <a:ext cx="8222100" cy="10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RAMYA DURAISAMY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SID : 2241387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ONTOLOGY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Set of concepts within domain and relationship between them.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Enable the users to connect multiple concepts to other concepts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Classes - represent the entities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Properties - attributes of the class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Individuals - exact value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Axioms - rules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ONTOLOGY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Matching the Job description with the resumes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Used for Online screening process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About the architecture of the system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Included different fields in ontology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These are the classes.                                                                                                            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Based on the job profiles,                                                                                                         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Key words will be extracted</a:t>
            </a:r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4890" y="410000"/>
            <a:ext cx="5458925" cy="415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50" y="410000"/>
            <a:ext cx="426935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6975" y="1913375"/>
            <a:ext cx="3810000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/>
              <a:t>These are the job fields. </a:t>
            </a:r>
            <a:endParaRPr dirty="0"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850" y="1328375"/>
            <a:ext cx="5760300" cy="248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Based on skill, work experience, education the candidates will be selected</a:t>
            </a:r>
            <a:endParaRPr dirty="0"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25" y="847400"/>
            <a:ext cx="2079900" cy="7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9600" y="696375"/>
            <a:ext cx="2705169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925" y="2571738"/>
            <a:ext cx="356235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7250" y="2571750"/>
            <a:ext cx="2818173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348"/>
            <a:ext cx="9144001" cy="4858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0633"/>
            <a:ext cx="9144001" cy="4602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Skills as the data properties. Compare the required skills with candidate’s skills</a:t>
            </a:r>
            <a:endParaRPr dirty="0"/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9332"/>
            <a:ext cx="9144001" cy="2504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2" y="0"/>
            <a:ext cx="90536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https://www.ontotext.com/knowledgehub/fundamentals/what-are-ontologies/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Faliagka, E., Iliadis, L., Karydis, I., Rigou, M., Sioutas, S., Tsakalidis, A. and Tzimas, G. (2013). On-line consistent ranking on e-recruitment: seeking the truth behind a well-formed CV. </a:t>
            </a:r>
            <a:r>
              <a:rPr lang="en" sz="12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Intelligence Review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42(3), pp.515–528. doi:https://doi.org/10.1007/s10462-013-9414-y.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ieeexplore.ieee.org. (n.d.). </a:t>
            </a:r>
            <a:r>
              <a:rPr lang="en" sz="12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Ontology-Based Approach for the Semantic Representation of Job Knowledge | IEEE Journals &amp; Magazine | IEEE Xplore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[online] Available at: https://ieeexplore.ieee.org/abstract/document/7140782?casa_token=_A6oHELbSIMAAAAA:tzK_YF4d9sybi2noJKWEqM979CWHUHtsdo-SKPRRhowMCb1xbNGDdjiHBVkwWXFY8hpdouqG [Accessed 20 Nov. 2023].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ieeexplore.ieee.org. (n.d.). </a:t>
            </a:r>
            <a:r>
              <a:rPr lang="en" sz="12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Ontology-Based Approach for the Semantic Representation of Job Knowledge | IEEE Journals &amp; Magazine | IEEE Xplore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[online] Available at: https://ieeexplore.ieee.org/abstract/document/7140782?casa_token=_A6oHELbSIMAAAAA:tzK_YF4d9sybi2noJKWEqM979CWHUHtsdo-SKPRRhowMCb1xbNGDdjiHBVkwWXFY8hpdouqG [Accessed 20 Nov. 2023].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2633375" y="38000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340</Words>
  <Application>Microsoft Office PowerPoint</Application>
  <PresentationFormat>On-screen Show (16:9)</PresentationFormat>
  <Paragraphs>46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Roboto</vt:lpstr>
      <vt:lpstr>Arial</vt:lpstr>
      <vt:lpstr>Geometric</vt:lpstr>
      <vt:lpstr>RESUME MATCHING ONTOLOGY</vt:lpstr>
      <vt:lpstr>ONTOLOGY</vt:lpstr>
      <vt:lpstr>ABOUT THE ONTOLOGY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MATCHING ONTOLOGY</dc:title>
  <cp:lastModifiedBy>Ramya Duraisamy</cp:lastModifiedBy>
  <cp:revision>1</cp:revision>
  <dcterms:modified xsi:type="dcterms:W3CDTF">2023-11-20T13:03:26Z</dcterms:modified>
</cp:coreProperties>
</file>